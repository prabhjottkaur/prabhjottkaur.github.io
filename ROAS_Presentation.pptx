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ROAS</c:v>
                </c:pt>
              </c:strCache>
            </c:strRef>
          </c:tx>
          <c:spPr>
            <a:solidFill>
              <a:srgbClr val="4CAF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Google Ads</c:v>
                  </c:pt>
                  <c:pt idx="1">
                    <c:v>Meta Ads</c:v>
                  </c:pt>
                  <c:pt idx="2">
                    <c:v>TikTok Ads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</c:v>
                </c:pt>
                <c:pt idx="1">
                  <c:v>1.2</c:v>
                </c:pt>
                <c:pt idx="2">
                  <c:v>0.96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ROAS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Google Ads</c:v>
                  </c:pt>
                  <c:pt idx="1">
                    <c:v>Meta Ads</c:v>
                  </c:pt>
                  <c:pt idx="2">
                    <c:v>TikTok Ads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2.42</c:v>
                </c:pt>
                <c:pt idx="1">
                  <c:v>1.63</c:v>
                </c:pt>
                <c:pt idx="2">
                  <c:v>1.26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4446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ROAS</c:v>
                </c:pt>
              </c:strCache>
            </c:strRef>
          </c:tx>
          <c:spPr>
            <a:solidFill>
              <a:srgbClr val="4CAF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Google Ads</c:v>
                  </c:pt>
                  <c:pt idx="1">
                    <c:v>Meta Ads</c:v>
                  </c:pt>
                  <c:pt idx="2">
                    <c:v>TikTok Ads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5.59</c:v>
                </c:pt>
                <c:pt idx="1">
                  <c:v>5.15</c:v>
                </c:pt>
                <c:pt idx="2">
                  <c:v>5.18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ROAS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Google Ads</c:v>
                  </c:pt>
                  <c:pt idx="1">
                    <c:v>Meta Ads</c:v>
                  </c:pt>
                  <c:pt idx="2">
                    <c:v>TikTok Ads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3.38</c:v>
                </c:pt>
                <c:pt idx="1">
                  <c:v>3.17</c:v>
                </c:pt>
                <c:pt idx="2">
                  <c:v>2.71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4446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Diagnostic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why campaigns underperform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ad spend is being lost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2377440" cy="2560320"/>
          </a:xfrm>
          <a:prstGeom prst="rect">
            <a:avLst/>
          </a:prstGeom>
          <a:solidFill>
            <a:srgbClr val="2A2B3D"/>
          </a:solidFill>
          <a:ln w="12700">
            <a:solidFill>
              <a:srgbClr val="3A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0" y="1993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Campaigns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Threshold (P25)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Prabhjot Kaur  ·  Global Ads Dataset  ·  Power BI + MySQL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234440"/>
          </a:xfrm>
          <a:prstGeom prst="rect">
            <a:avLst/>
          </a:prstGeom>
          <a:solidFill>
            <a:srgbClr val="EEEEF8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658368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35% of ad campaigns generating low ROAS,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exactly is performance breaking down?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659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20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286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CTR, CPC, CVR, and CPA differ between Low and High ROAS campaigns?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803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35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platforms show the largest CPC gap?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7947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849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show the most Low ROAS campaigns?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9659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9659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020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2286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are most affected by low ROAS?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803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935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issue localized to specific segments or system-wide?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7947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947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849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which funnel stage does performance break down?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663440" y="502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Metrics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332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2618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Ads Dataset (1,800 records)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39112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122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3408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ROAS: below 3.07 (25th percentile)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ROAS: above 3.07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18104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18104"/>
            <a:ext cx="54864" cy="9601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912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41985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(3), Country (7), Industry (5),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Type, Ad Segment (600+)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601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033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queries, ROAS grouping, segment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8745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8745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9476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2176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dashboard — Overview + Diagnosis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cross-filtering slicers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7889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7889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862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threshold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3090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percentile cutoff = 3.07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(SUM-based DIVIDE method)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7764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40050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CTR, CPC, CVR, CPA — compared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Low and High ROAS groups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FUNNEL BREAKDOWN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595360" cy="1234440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breaks at the middle — not the top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gap was only −1.47% (nearly identical) — but CPC was 55% higher and CVR dropped 40% in Low ROAS campaigns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196596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0116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27980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67712" y="237744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50592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920240"/>
            <a:ext cx="1965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39312" y="20116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42032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42032" y="27980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costs more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43984" y="237744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26864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920240"/>
            <a:ext cx="1965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15584" y="20116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718304" y="27980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don't convert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0256" y="237744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0313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920240"/>
            <a:ext cx="1965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91856" y="20116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94576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+157%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894576" y="27980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 more expensive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8595360" cy="731520"/>
          </a:xfrm>
          <a:prstGeom prst="rect">
            <a:avLst/>
          </a:prstGeom>
          <a:solidFill>
            <a:srgbClr val="EEEEF8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520440"/>
            <a:ext cx="54864" cy="7315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593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held across 600+ segment combinations </a:t>
            </a:r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confirming this is a </a:t>
            </a:r>
            <a:pPr indent="0" marL="0">
              <a:buNone/>
            </a:pPr>
            <a:r>
              <a:rPr lang="en-US" sz="12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conversion inefficiency</a:t>
            </a:r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problem isolated to any single country, platform, or industry.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16172A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CPA Low ROAS: $79.93  vs  Avg CPA High ROAS: $28.27  →  Low ROAS campaigns cost 2.83× more per customer acquired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ANALYSIS — CPC &amp; CONVERSION RATE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by Platform — Low vs High ROAS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4206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502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Platform — Low vs High ROAS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868680"/>
          <a:ext cx="4206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Diagnostics Dashboard</a:t>
            </a:r>
            <a:endParaRPr lang="en-US" sz="1600" dirty="0"/>
          </a:p>
        </p:txBody>
      </p:sp>
      <p:pic>
        <p:nvPicPr>
          <p:cNvPr id="5" name="Image 0" descr="/mnt/user-data/uploads/ROAS_Dashboard_1st_pageresiz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MySQL  ·  Power BI  ·  DAX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Global Ads Dataset (1,800 campaigns)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prabhjottkaur.github.io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analyzed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42032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ROAS campaigns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18304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gap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94576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gap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2026-05-25T19:14:27Z</dcterms:created>
  <dcterms:modified xsi:type="dcterms:W3CDTF">2026-05-25T19:14:27Z</dcterms:modified>
</cp:coreProperties>
</file>
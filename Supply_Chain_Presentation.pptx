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68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AF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First Class</c:v>
                  </c:pt>
                  <c:pt idx="1">
                    <c:v>Second Class</c:v>
                  </c:pt>
                  <c:pt idx="2">
                    <c:v>Same Day</c:v>
                  </c:pt>
                  <c:pt idx="3">
                    <c:v>Standard Class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95.3</c:v>
                </c:pt>
                <c:pt idx="1">
                  <c:v>76.8</c:v>
                </c:pt>
                <c:pt idx="2">
                  <c:v>45.7</c:v>
                </c:pt>
                <c:pt idx="3">
                  <c:v>38.1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what drives late deliveries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 business should focus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2377440" cy="2560320"/>
          </a:xfrm>
          <a:prstGeom prst="rect">
            <a:avLst/>
          </a:prstGeom>
          <a:solidFill>
            <a:srgbClr val="2A2B3D"/>
          </a:solidFill>
          <a:ln w="1270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417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Prabhjot Kaur  ·  DataCo Supply Chain Dataset  ·  Power BI + SQL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23444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5836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driving customer delivery delays,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should the business focus to reduce them?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shipping mode causes the most delays?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highest delay rates?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are delay-prone?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9659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659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020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shipping mode &amp; region interact?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35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delays increasing over time?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7947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9476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849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are most affected?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663440" y="502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Metrics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Supply Chain Dataset (Kaggle)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39112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12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408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169K orders (after deduplication from 180K)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18104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18104"/>
            <a:ext cx="54864" cy="9601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912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delivery_status, days_shipping_real,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days_shipment_scheduled, order_region,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shipping_mode, category_name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033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analysis, view creation, segmentation queries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745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9476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2176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2 pages, 8 visuals, 3 slicers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7889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889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62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090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= Late orders / Total orders × 100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7764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metric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005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= days_shipping_real − days_shipment_scheduled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595360" cy="1417320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331720" y="685800"/>
            <a:ext cx="36576" cy="10058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6400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shipping has a 95.3% late delivery rate — the worst of all modes.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(the cheapest option) is the most reliable at 38.1% late.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holds consistently across every region.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Africa late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895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regional rate, but all regions cluster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49–58% — delay is systemic, not geographic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2103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2103120"/>
            <a:ext cx="2743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73552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days overall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28895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consistent in severity across regions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area is dramatically worse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2103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2103120"/>
            <a:ext cx="274320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81344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region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8895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49.4% late rate — consistently outperforms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regions across every shipping mode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95360" cy="685800"/>
          </a:xfrm>
          <a:prstGeom prst="rect">
            <a:avLst/>
          </a:prstGeom>
          <a:solidFill>
            <a:srgbClr val="EEEEF8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03320"/>
            <a:ext cx="54864" cy="6858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67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problem is not regional — it is structural. First Class and Second Class shipping systematically fail to meet their own schedules across all 23 regions.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by Shipping Mode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822960"/>
            <a:ext cx="3063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822960"/>
            <a:ext cx="54864" cy="8686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0" y="822960"/>
            <a:ext cx="30632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11338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  ·  1.00 days late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1371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performer — tighter schedules = easier to miss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1847088"/>
            <a:ext cx="3063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1847088"/>
            <a:ext cx="54864" cy="8686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06440" y="1847088"/>
            <a:ext cx="3063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938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21579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  ·  1.99 days late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2395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 delays when late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06440" y="2871216"/>
            <a:ext cx="3063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2871216"/>
            <a:ext cx="54864" cy="8686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2871216"/>
            <a:ext cx="3063240" cy="54864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29626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89320" y="3182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45.7%  ·  0.48 days late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89320" y="3419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smaller window means less buffer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06440" y="3895344"/>
            <a:ext cx="3063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895344"/>
            <a:ext cx="54864" cy="8686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3895344"/>
            <a:ext cx="306324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9867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89320" y="4206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  ·  On time / early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89320" y="4443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 — loose schedules absorb delays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6172A"/>
          </a:solidFill>
          <a:ln w="12700">
            <a:solidFill>
              <a:srgbClr val="16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Delay Dashboard</a:t>
            </a:r>
            <a:endParaRPr lang="en-US" sz="1600" dirty="0"/>
          </a:p>
        </p:txBody>
      </p:sp>
      <p:pic>
        <p:nvPicPr>
          <p:cNvPr id="5" name="Image 0" descr="/mnt/user-data/uploads/Supply_chain_1st_dashboard_resiz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SQL  ·  Power BI  ·  Excel (Power Query)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DataCo Supply Chain — Kaggle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prabhjottkaur.github.io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18304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late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3383280"/>
            <a:ext cx="1965960" cy="1234440"/>
          </a:xfrm>
          <a:prstGeom prst="rect">
            <a:avLst/>
          </a:prstGeom>
          <a:solidFill>
            <a:srgbClr val="2A2B3D"/>
          </a:solidFill>
          <a:ln w="6350">
            <a:solidFill>
              <a:srgbClr val="3A3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4930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94576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late rate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2026-05-25T19:14:27Z</dcterms:created>
  <dcterms:modified xsi:type="dcterms:W3CDTF">2026-05-25T19:14:27Z</dcterms:modified>
</cp:coreProperties>
</file>